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Gilda Display" panose="020B0604020202020204" charset="0"/>
      <p:regular r:id="rId8"/>
    </p:embeddedFont>
    <p:embeddedFont>
      <p:font typeface="HK Grotesk" panose="020B0604020202020204" charset="0"/>
      <p:regular r:id="rId9"/>
    </p:embeddedFont>
    <p:embeddedFont>
      <p:font typeface="HK Grotesk Bold" panose="020B0604020202020204" charset="0"/>
      <p:regular r:id="rId10"/>
    </p:embeddedFont>
    <p:embeddedFont>
      <p:font typeface="HK Grotesk Light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200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t="-528" b="-528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772127"/>
            <a:ext cx="6886575" cy="4880710"/>
            <a:chOff x="0" y="0"/>
            <a:chExt cx="9182100" cy="6507614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2993"/>
              <a:ext cx="9182100" cy="30246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778"/>
                </a:lnSpc>
              </a:pPr>
              <a:r>
                <a:rPr lang="en-US" sz="5778">
                  <a:solidFill>
                    <a:srgbClr val="1A4D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SpiRIT: Psychology Appointment System Website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1924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Psychology Appointment System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February 9,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778490" y="5852574"/>
            <a:ext cx="5680710" cy="2762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Group 4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Mohammed Ahmad - 754003903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Mohamed Ahmed - 767000238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 err="1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Nasheel</a:t>
            </a:r>
            <a:r>
              <a:rPr lang="en-US" sz="3000" dirty="0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 Nadeem - 764000112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dirty="0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Ryan Benson – 421007591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solidFill>
                <a:srgbClr val="1A4D70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4248150"/>
            <a:ext cx="12639675" cy="2247900"/>
            <a:chOff x="0" y="0"/>
            <a:chExt cx="16852900" cy="2997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4D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Purpose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78075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Streamlining access to mental healthcare services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4D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Key Features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Essential components of our system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602831"/>
            <a:chOff x="0" y="0"/>
            <a:chExt cx="7264400" cy="480377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User Registration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65225"/>
              <a:ext cx="7264400" cy="363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Users can easily register with secure login credentials, ensuring their personal information remains confidential while facilitating seamless access to the appointment system.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4060031"/>
            <a:chOff x="0" y="0"/>
            <a:chExt cx="7264400" cy="54133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Psychologist Profiles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Comprehensive profiles provide detailed information about psychologists, including their specialties and availability, enabling users to make informed choices when selecting a mental health professional.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4060031"/>
            <a:chOff x="0" y="0"/>
            <a:chExt cx="7264400" cy="54133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Appointment Management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Users can book, reschedule, or cancel appointments effortlessly, with automated notifications keeping them informed of upcoming sessions and reducing the likelihood of missed appointments.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4D7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Scope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SpiRIT application will serve as a </a:t>
              </a:r>
              <a:r>
                <a:rPr lang="en-US" sz="3000" b="1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full-stack web solution</a:t>
              </a:r>
              <a:r>
                <a:rPr lang="en-US" sz="3000">
                  <a:solidFill>
                    <a:srgbClr val="1A4D7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connecting users with psychology professionals while ensuring efficient appointment management and a user-friendly experience.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1A4D7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Comprehensive System for Appointment Management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38200"/>
            <a:ext cx="1407795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4D70"/>
                </a:solidFill>
                <a:latin typeface="Gilda Display"/>
                <a:ea typeface="Gilda Display"/>
                <a:cs typeface="Gilda Display"/>
                <a:sym typeface="Gilda Display"/>
              </a:rPr>
              <a:t>Development Timeline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4391025"/>
            <a:ext cx="285697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1A4D7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80006" y="4391025"/>
            <a:ext cx="285932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1A4D7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5457825"/>
            <a:ext cx="17607376" cy="0"/>
          </a:xfrm>
          <a:prstGeom prst="line">
            <a:avLst/>
          </a:prstGeom>
          <a:ln w="19050" cap="flat">
            <a:solidFill>
              <a:srgbClr val="1A4D7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66750" y="5295900"/>
            <a:ext cx="323850" cy="32385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4D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81575" y="5295900"/>
            <a:ext cx="323850" cy="323850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4D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5615" y="5295900"/>
            <a:ext cx="323850" cy="32385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4D7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26015" y="5295900"/>
            <a:ext cx="323850" cy="323850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4D7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295615" y="4391025"/>
            <a:ext cx="285932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1A4D7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Development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11225" y="4391025"/>
            <a:ext cx="287826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1A4D7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" y="5991225"/>
            <a:ext cx="285697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4D70"/>
                </a:solidFill>
                <a:latin typeface="HK Grotesk"/>
                <a:ea typeface="HK Grotesk"/>
                <a:cs typeface="HK Grotesk"/>
                <a:sym typeface="HK Grotesk"/>
              </a:rPr>
              <a:t>Initial project proposal approved and outlined requirements.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091476" y="5991225"/>
            <a:ext cx="2859324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1A4D70"/>
                </a:solidFill>
                <a:latin typeface="HK Grotesk"/>
                <a:ea typeface="HK Grotesk"/>
                <a:cs typeface="HK Grotesk"/>
                <a:sym typeface="HK Grotesk"/>
              </a:rPr>
              <a:t>Wireframes and UI/UX planning were developed extensively.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5615" y="5991225"/>
            <a:ext cx="285932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1A4D70"/>
                </a:solidFill>
                <a:latin typeface="HK Grotesk"/>
                <a:ea typeface="HK Grotesk"/>
                <a:cs typeface="HK Grotesk"/>
                <a:sym typeface="HK Grotesk"/>
              </a:rPr>
              <a:t>Frontend and backend coding began, integrating the database.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11225" y="5991225"/>
            <a:ext cx="287826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1A4D70"/>
                </a:solidFill>
                <a:latin typeface="HK Grotesk"/>
                <a:ea typeface="HK Grotesk"/>
                <a:cs typeface="HK Grotesk"/>
                <a:sym typeface="HK Grotesk"/>
              </a:rPr>
              <a:t>Comprehensive testing was conducted to ensure functionality.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8288">
            <a:off x="-5468013" y="-6350191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6" y="0"/>
                </a:lnTo>
                <a:lnTo>
                  <a:pt x="10936026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7191375" cy="8953500"/>
            <a:chOff x="0" y="0"/>
            <a:chExt cx="1067508" cy="13290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7508" cy="1329083"/>
            </a:xfrm>
            <a:custGeom>
              <a:avLst/>
              <a:gdLst/>
              <a:ahLst/>
              <a:cxnLst/>
              <a:rect l="l" t="t" r="r" b="b"/>
              <a:pathLst>
                <a:path w="1067508" h="1329083">
                  <a:moveTo>
                    <a:pt x="43062" y="0"/>
                  </a:moveTo>
                  <a:lnTo>
                    <a:pt x="1024446" y="0"/>
                  </a:lnTo>
                  <a:cubicBezTo>
                    <a:pt x="1035867" y="0"/>
                    <a:pt x="1046820" y="4537"/>
                    <a:pt x="1054895" y="12613"/>
                  </a:cubicBezTo>
                  <a:cubicBezTo>
                    <a:pt x="1062971" y="20688"/>
                    <a:pt x="1067508" y="31641"/>
                    <a:pt x="1067508" y="43062"/>
                  </a:cubicBezTo>
                  <a:lnTo>
                    <a:pt x="1067508" y="1286021"/>
                  </a:lnTo>
                  <a:cubicBezTo>
                    <a:pt x="1067508" y="1309803"/>
                    <a:pt x="1048228" y="1329083"/>
                    <a:pt x="1024446" y="1329083"/>
                  </a:cubicBezTo>
                  <a:lnTo>
                    <a:pt x="43062" y="1329083"/>
                  </a:lnTo>
                  <a:cubicBezTo>
                    <a:pt x="19280" y="1329083"/>
                    <a:pt x="0" y="1309803"/>
                    <a:pt x="0" y="1286021"/>
                  </a:cubicBezTo>
                  <a:lnTo>
                    <a:pt x="0" y="43062"/>
                  </a:lnTo>
                  <a:cubicBezTo>
                    <a:pt x="0" y="19280"/>
                    <a:pt x="19280" y="0"/>
                    <a:pt x="43062" y="0"/>
                  </a:cubicBezTo>
                  <a:close/>
                </a:path>
              </a:pathLst>
            </a:custGeom>
            <a:blipFill>
              <a:blip r:embed="rId4"/>
              <a:stretch>
                <a:fillRect l="-112" r="-112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296400" y="3886200"/>
            <a:ext cx="6886575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00"/>
              </a:lnSpc>
            </a:pPr>
            <a:r>
              <a:rPr lang="en-US" sz="3000">
                <a:solidFill>
                  <a:srgbClr val="1A4D70"/>
                </a:solidFill>
                <a:latin typeface="HK Grotesk"/>
                <a:ea typeface="HK Grotesk"/>
                <a:cs typeface="HK Grotesk"/>
                <a:sym typeface="HK Grotesk"/>
              </a:rPr>
              <a:t>The UX/UI design focuses on </a:t>
            </a:r>
            <a:r>
              <a:rPr lang="en-US" sz="3000" b="1">
                <a:solidFill>
                  <a:srgbClr val="1A4D7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usability and accessibility</a:t>
            </a:r>
            <a:r>
              <a:rPr lang="en-US" sz="3000">
                <a:solidFill>
                  <a:srgbClr val="1A4D70"/>
                </a:solidFill>
                <a:latin typeface="HK Grotesk"/>
                <a:ea typeface="HK Grotesk"/>
                <a:cs typeface="HK Grotesk"/>
                <a:sym typeface="HK Grotesk"/>
              </a:rPr>
              <a:t>, creating an intuitive interface that reduces user anxiety and fosters a smooth appointment booking experience for all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236</Words>
  <Application>Microsoft Office PowerPoint</Application>
  <PresentationFormat>Custom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Gilda Display</vt:lpstr>
      <vt:lpstr>Arial</vt:lpstr>
      <vt:lpstr>Calibri</vt:lpstr>
      <vt:lpstr>HK Grotesk Light</vt:lpstr>
      <vt:lpstr>HK Grotesk Bold</vt:lpstr>
      <vt:lpstr>HK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SpiRIT: Psychology Appointment System Website (BookMind)</dc:title>
  <dc:description>Presentation - SpiRIT: Psychology Appointment System Website (BookMind)</dc:description>
  <cp:lastModifiedBy>Mohammed Ahmad</cp:lastModifiedBy>
  <cp:revision>3</cp:revision>
  <dcterms:created xsi:type="dcterms:W3CDTF">2006-08-16T00:00:00Z</dcterms:created>
  <dcterms:modified xsi:type="dcterms:W3CDTF">2026-02-09T07:33:51Z</dcterms:modified>
  <dc:identifier>DAHAz3uEaH0</dc:identifier>
</cp:coreProperties>
</file>